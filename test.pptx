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Navy Blue Top Header Banner -->
      <p:sp>
        <p:nvSpPr>
          <p:cNvPr id="2" name="Banner"/>
          <p:cNvSpPr>
            <a:spLocks noGrp="1"/>
          </p:cNvSpPr>
          <p:nvPr/>
        </p:nvSpPr>
        <p:spPr>
          <a:xfrm>
            <a:off x="0" y="0"/>
            <a:ext cx="12192000" cy="1100000"/>
          </a:xfrm>
          <a:prstGeom prst="rect">
            <a:avLst/>
          </a:prstGeom>
          <a:solidFill>
            <a:srgbClr val="0B1B54"/>
          </a:solidFill>
        </p:spPr>
        <p:txBody>
          <a:bodyPr anchor="ctr"/>
          <a:p>
            <a:pPr algn="ctr"/>
            <a:r>
              <a:rPr lang="en-US" sz="3200" b="1">
                <a:solidFill>
                  <a:srgbClr val="FFFFFF"/>
                </a:solidFill>
              </a:rPr>
              <a:t>ARCHITECTURE DIAGRAM OF PROPOSED SYSTEM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</a:theme>
</file>